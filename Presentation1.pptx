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98097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0682116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62069271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3334417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3479053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7162613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80887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92336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20213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BB3EFA-FC59-17B3-7FC2-DB67D51816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FDA299-8E42-003C-8F0F-CD96A42FF0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56E3B3-525B-EFAC-92C6-00ACB94AB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4F8126-8E9A-404F-A93D-574F55E00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F63463-6480-45D5-0939-9DD408BB66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963658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62197102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39368043" name="Shape 1061"/>
          <p:cNvSpPr>
            <a:spLocks noChangeArrowheads="1" noGrp="1"/>
          </p:cNvSpPr>
          <p:nvPr userDrawn="1"/>
        </p:nvSpPr>
        <p:spPr bwMode="auto">
          <a:xfrm>
            <a:off x="6567031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83359189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10659019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90461622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6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7299961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283791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56111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111069896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6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0495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891523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845624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908160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9202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73145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645407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63120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675929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04951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9418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7589551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9856954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9991764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3110061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07520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5912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689494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0583791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6991241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3202291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5299056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968392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066260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1012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4464624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3762196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20102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67295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7694761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449818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950874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38485224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364811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3652361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263250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415650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851912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076315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15075300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692642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039703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32155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583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9095404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425288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715066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0908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332945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8034975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514054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512322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7773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968086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72325134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37362568" name="Shape 1061"/>
          <p:cNvSpPr>
            <a:spLocks noChangeArrowheads="1" noGrp="1"/>
          </p:cNvSpPr>
          <p:nvPr userDrawn="1"/>
        </p:nvSpPr>
        <p:spPr bwMode="auto">
          <a:xfrm>
            <a:off x="1637457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97247260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5590030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5608788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6175191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038291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3017447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Smart </a:t>
            </a:r>
            <a:r>
              <a:rPr lang="en-US" sz="4400" b="0" i="0" u="none" strike="noStrike" cap="none" spc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curtain opener</a:t>
            </a:r>
            <a:endParaRPr lang="en-US"/>
          </a:p>
        </p:txBody>
      </p:sp>
      <p:sp>
        <p:nvSpPr>
          <p:cNvPr id="1005940334" name="Subtitle 2"/>
          <p:cNvSpPr>
            <a:spLocks noGrp="1"/>
          </p:cNvSpPr>
          <p:nvPr>
            <p:ph type="subTitle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/>
          <a:p>
            <a:pPr>
              <a:defRPr/>
            </a:pPr>
            <a:r>
              <a:rPr lang="en-US"/>
              <a:t>Solo innovator project</a:t>
            </a:r>
            <a:endParaRPr lang="en-US"/>
          </a:p>
          <a:p>
            <a:pPr>
              <a:defRPr/>
            </a:pPr>
            <a:r>
              <a:rPr lang="en-US"/>
              <a:t>Peter Kapsiar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6510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Problem</a:t>
            </a:r>
            <a:endParaRPr/>
          </a:p>
        </p:txBody>
      </p:sp>
      <p:sp>
        <p:nvSpPr>
          <p:cNvPr id="143242034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1488281"/>
            <a:ext cx="10972800" cy="4637882"/>
          </a:xfrm>
        </p:spPr>
        <p:txBody>
          <a:bodyPr/>
          <a:lstStyle/>
          <a:p>
            <a:pPr marL="0" indent="0" algn="ctr">
              <a:buFont typeface="Arial"/>
              <a:buNone/>
              <a:defRPr/>
            </a:pPr>
            <a:r>
              <a:rPr sz="3600"/>
              <a:t>Wanting to improve sleep habit</a:t>
            </a:r>
            <a:r>
              <a:rPr sz="3600"/>
              <a:t>s</a:t>
            </a:r>
            <a:endParaRPr sz="3600"/>
          </a:p>
          <a:p>
            <a:pPr>
              <a:defRPr/>
            </a:pPr>
            <a:endParaRPr/>
          </a:p>
        </p:txBody>
      </p:sp>
      <p:graphicFrame>
        <p:nvGraphicFramePr>
          <p:cNvPr id="271441669" name=""/>
          <p:cNvGraphicFramePr>
            <a:graphicFrameLocks xmlns:a="http://schemas.openxmlformats.org/drawingml/2006/main"/>
          </p:cNvGraphicFramePr>
          <p:nvPr/>
        </p:nvGraphicFramePr>
        <p:xfrm>
          <a:off x="2031999" y="2502013"/>
          <a:ext cx="8127999" cy="231502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709333"/>
                <a:gridCol w="2709333"/>
                <a:gridCol w="2709333"/>
              </a:tblGrid>
              <a:tr h="771677">
                <a:tc>
                  <a:txBody>
                    <a:bodyPr/>
                    <a:p>
                      <a:pPr algn="ctr"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Pros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Cons</a:t>
                      </a:r>
                      <a:endParaRPr/>
                    </a:p>
                  </a:txBody>
                  <a:tcPr/>
                </a:tc>
              </a:tr>
              <a:tr h="771677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curtains</a:t>
                      </a:r>
                      <a:r>
                        <a:rPr lang="en-US" sz="1800" b="0" i="0" u="none" strike="noStrike" cap="none" spc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closed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Deeper sleep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No natural wake up cue</a:t>
                      </a:r>
                      <a:endParaRPr/>
                    </a:p>
                  </a:txBody>
                  <a:tcPr/>
                </a:tc>
              </a:tr>
              <a:tr h="771677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</a:rPr>
                        <a:t>curtains</a:t>
                      </a:r>
                      <a:r>
                        <a:rPr lang="en-US" sz="1800" b="0" i="0" u="none" strike="noStrike" cap="none" spc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open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Wake up naturally to sunlight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/>
                        <a:t>Too much light pollution from outside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4069241" name=""/>
          <p:cNvPicPr>
            <a:picLocks noChangeAspect="1"/>
          </p:cNvPicPr>
          <p:nvPr/>
        </p:nvPicPr>
        <p:blipFill rotWithShape="1">
          <a:blip r:embed="rId3"/>
          <a:srcRect l="4280" t="20184" r="4187" b="20036"/>
          <a:stretch/>
        </p:blipFill>
        <p:spPr bwMode="auto">
          <a:xfrm flipH="0" flipV="0">
            <a:off x="5123879" y="3032591"/>
            <a:ext cx="6693013" cy="2797968"/>
          </a:xfrm>
          <a:prstGeom prst="rect">
            <a:avLst/>
          </a:prstGeom>
        </p:spPr>
      </p:pic>
      <p:sp>
        <p:nvSpPr>
          <p:cNvPr id="9028135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Solution</a:t>
            </a:r>
            <a:endParaRPr/>
          </a:p>
        </p:txBody>
      </p:sp>
      <p:sp>
        <p:nvSpPr>
          <p:cNvPr id="118220046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1699719"/>
            <a:ext cx="10972800" cy="4426444"/>
          </a:xfrm>
        </p:spPr>
        <p:txBody>
          <a:bodyPr/>
          <a:lstStyle/>
          <a:p>
            <a:pPr marL="0" indent="0" algn="ctr">
              <a:buFont typeface="Arial"/>
              <a:buNone/>
              <a:defRPr/>
            </a:pPr>
            <a:r>
              <a:rPr/>
              <a:t>Automatic opener mechanism</a:t>
            </a:r>
            <a:endParaRPr/>
          </a:p>
        </p:txBody>
      </p:sp>
      <p:sp>
        <p:nvSpPr>
          <p:cNvPr id="290067538" name=""/>
          <p:cNvSpPr txBox="1"/>
          <p:nvPr/>
        </p:nvSpPr>
        <p:spPr bwMode="auto">
          <a:xfrm rot="0" flipH="0" flipV="0">
            <a:off x="6167845" y="5999978"/>
            <a:ext cx="94596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Closing</a:t>
            </a:r>
            <a:endParaRPr/>
          </a:p>
        </p:txBody>
      </p:sp>
      <p:sp>
        <p:nvSpPr>
          <p:cNvPr id="574131603" name=""/>
          <p:cNvSpPr txBox="1"/>
          <p:nvPr/>
        </p:nvSpPr>
        <p:spPr bwMode="auto">
          <a:xfrm rot="0" flipH="0" flipV="0">
            <a:off x="9642569" y="5999978"/>
            <a:ext cx="104787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Opening</a:t>
            </a:r>
            <a:endParaRPr/>
          </a:p>
        </p:txBody>
      </p:sp>
      <p:sp>
        <p:nvSpPr>
          <p:cNvPr id="284087130" name=""/>
          <p:cNvSpPr/>
          <p:nvPr/>
        </p:nvSpPr>
        <p:spPr bwMode="auto">
          <a:xfrm>
            <a:off x="5092177" y="2988879"/>
            <a:ext cx="3268060" cy="203637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1354" y="0"/>
                </a:moveTo>
                <a:cubicBezTo>
                  <a:pt x="42006" y="348"/>
                  <a:pt x="42440" y="870"/>
                  <a:pt x="42657" y="1567"/>
                </a:cubicBezTo>
                <a:cubicBezTo>
                  <a:pt x="42874" y="2264"/>
                  <a:pt x="43091" y="2961"/>
                  <a:pt x="43200" y="3832"/>
                </a:cubicBezTo>
                <a:cubicBezTo>
                  <a:pt x="43200" y="4703"/>
                  <a:pt x="42982" y="5400"/>
                  <a:pt x="42548" y="5922"/>
                </a:cubicBezTo>
                <a:cubicBezTo>
                  <a:pt x="42006" y="6096"/>
                  <a:pt x="41354" y="6445"/>
                  <a:pt x="40812" y="6445"/>
                </a:cubicBezTo>
                <a:cubicBezTo>
                  <a:pt x="40269" y="6445"/>
                  <a:pt x="39726" y="6619"/>
                  <a:pt x="39075" y="6619"/>
                </a:cubicBezTo>
                <a:cubicBezTo>
                  <a:pt x="38315" y="6619"/>
                  <a:pt x="37772" y="6619"/>
                  <a:pt x="37230" y="6445"/>
                </a:cubicBezTo>
                <a:cubicBezTo>
                  <a:pt x="36470" y="6445"/>
                  <a:pt x="35927" y="6445"/>
                  <a:pt x="35276" y="6445"/>
                </a:cubicBezTo>
                <a:cubicBezTo>
                  <a:pt x="34733" y="6270"/>
                  <a:pt x="34190" y="6270"/>
                  <a:pt x="33539" y="6270"/>
                </a:cubicBezTo>
                <a:cubicBezTo>
                  <a:pt x="32996" y="6270"/>
                  <a:pt x="32237" y="6270"/>
                  <a:pt x="31585" y="6096"/>
                </a:cubicBezTo>
                <a:cubicBezTo>
                  <a:pt x="30934" y="5922"/>
                  <a:pt x="30391" y="5922"/>
                  <a:pt x="29849" y="5922"/>
                </a:cubicBezTo>
                <a:cubicBezTo>
                  <a:pt x="29197" y="5922"/>
                  <a:pt x="28655" y="5922"/>
                  <a:pt x="28112" y="5748"/>
                </a:cubicBezTo>
                <a:cubicBezTo>
                  <a:pt x="27461" y="5748"/>
                  <a:pt x="26918" y="5748"/>
                  <a:pt x="26375" y="5748"/>
                </a:cubicBezTo>
                <a:cubicBezTo>
                  <a:pt x="25616" y="5748"/>
                  <a:pt x="24964" y="5748"/>
                  <a:pt x="24313" y="5574"/>
                </a:cubicBezTo>
                <a:cubicBezTo>
                  <a:pt x="23662" y="5574"/>
                  <a:pt x="23011" y="5400"/>
                  <a:pt x="22468" y="5400"/>
                </a:cubicBezTo>
                <a:cubicBezTo>
                  <a:pt x="21708" y="5400"/>
                  <a:pt x="21057" y="5225"/>
                  <a:pt x="20514" y="5225"/>
                </a:cubicBezTo>
                <a:cubicBezTo>
                  <a:pt x="19971" y="5225"/>
                  <a:pt x="19212" y="5225"/>
                  <a:pt x="18560" y="5225"/>
                </a:cubicBezTo>
                <a:cubicBezTo>
                  <a:pt x="17801" y="5400"/>
                  <a:pt x="17258" y="5400"/>
                  <a:pt x="16498" y="5225"/>
                </a:cubicBezTo>
                <a:cubicBezTo>
                  <a:pt x="15630" y="5400"/>
                  <a:pt x="14327" y="5400"/>
                  <a:pt x="13025" y="5574"/>
                </a:cubicBezTo>
                <a:cubicBezTo>
                  <a:pt x="12156" y="5400"/>
                  <a:pt x="11288" y="5400"/>
                  <a:pt x="10637" y="5051"/>
                </a:cubicBezTo>
                <a:cubicBezTo>
                  <a:pt x="9985" y="5051"/>
                  <a:pt x="9334" y="5051"/>
                  <a:pt x="8574" y="5051"/>
                </a:cubicBezTo>
                <a:cubicBezTo>
                  <a:pt x="7815" y="5051"/>
                  <a:pt x="7272" y="5051"/>
                  <a:pt x="6729" y="4877"/>
                </a:cubicBezTo>
                <a:cubicBezTo>
                  <a:pt x="6078" y="4877"/>
                  <a:pt x="5427" y="5051"/>
                  <a:pt x="4884" y="5051"/>
                </a:cubicBezTo>
                <a:cubicBezTo>
                  <a:pt x="4341" y="4877"/>
                  <a:pt x="3798" y="4877"/>
                  <a:pt x="3256" y="4877"/>
                </a:cubicBezTo>
                <a:cubicBezTo>
                  <a:pt x="2713" y="5051"/>
                  <a:pt x="2062" y="5051"/>
                  <a:pt x="1411" y="5225"/>
                </a:cubicBezTo>
                <a:cubicBezTo>
                  <a:pt x="868" y="5400"/>
                  <a:pt x="434" y="5748"/>
                  <a:pt x="217" y="6619"/>
                </a:cubicBezTo>
                <a:cubicBezTo>
                  <a:pt x="108" y="7490"/>
                  <a:pt x="108" y="8361"/>
                  <a:pt x="108" y="9232"/>
                </a:cubicBezTo>
                <a:cubicBezTo>
                  <a:pt x="108" y="10103"/>
                  <a:pt x="108" y="10974"/>
                  <a:pt x="217" y="12019"/>
                </a:cubicBezTo>
                <a:cubicBezTo>
                  <a:pt x="325" y="13064"/>
                  <a:pt x="108" y="14109"/>
                  <a:pt x="0" y="15154"/>
                </a:cubicBezTo>
                <a:cubicBezTo>
                  <a:pt x="108" y="16200"/>
                  <a:pt x="217" y="17245"/>
                  <a:pt x="217" y="18116"/>
                </a:cubicBezTo>
                <a:cubicBezTo>
                  <a:pt x="217" y="18987"/>
                  <a:pt x="325" y="20032"/>
                  <a:pt x="325" y="20903"/>
                </a:cubicBezTo>
                <a:cubicBezTo>
                  <a:pt x="325" y="21948"/>
                  <a:pt x="325" y="23167"/>
                  <a:pt x="217" y="24212"/>
                </a:cubicBezTo>
                <a:cubicBezTo>
                  <a:pt x="108" y="25258"/>
                  <a:pt x="217" y="26477"/>
                  <a:pt x="217" y="27348"/>
                </a:cubicBezTo>
                <a:cubicBezTo>
                  <a:pt x="217" y="28219"/>
                  <a:pt x="325" y="29090"/>
                  <a:pt x="434" y="30135"/>
                </a:cubicBezTo>
                <a:cubicBezTo>
                  <a:pt x="434" y="31180"/>
                  <a:pt x="542" y="32225"/>
                  <a:pt x="434" y="33445"/>
                </a:cubicBezTo>
                <a:cubicBezTo>
                  <a:pt x="434" y="34316"/>
                  <a:pt x="434" y="35187"/>
                  <a:pt x="434" y="36058"/>
                </a:cubicBezTo>
                <a:cubicBezTo>
                  <a:pt x="542" y="37103"/>
                  <a:pt x="759" y="37800"/>
                  <a:pt x="868" y="38845"/>
                </a:cubicBezTo>
                <a:cubicBezTo>
                  <a:pt x="1085" y="39541"/>
                  <a:pt x="1302" y="40587"/>
                  <a:pt x="1411" y="41458"/>
                </a:cubicBezTo>
                <a:quadBezTo>
                  <a:pt x="1519" y="42329"/>
                  <a:pt x="1628" y="43200"/>
                </a:quadBez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8648990" name=""/>
          <p:cNvSpPr/>
          <p:nvPr/>
        </p:nvSpPr>
        <p:spPr bwMode="auto">
          <a:xfrm>
            <a:off x="4927953" y="2956034"/>
            <a:ext cx="3317327" cy="2225237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478"/>
                </a:moveTo>
                <a:cubicBezTo>
                  <a:pt x="42772" y="159"/>
                  <a:pt x="42237" y="159"/>
                  <a:pt x="41596" y="0"/>
                </a:cubicBezTo>
                <a:cubicBezTo>
                  <a:pt x="40847" y="0"/>
                  <a:pt x="40205" y="0"/>
                  <a:pt x="39564" y="0"/>
                </a:cubicBezTo>
                <a:cubicBezTo>
                  <a:pt x="39029" y="0"/>
                  <a:pt x="38495" y="159"/>
                  <a:pt x="37853" y="159"/>
                </a:cubicBezTo>
                <a:cubicBezTo>
                  <a:pt x="37211" y="318"/>
                  <a:pt x="36677" y="478"/>
                  <a:pt x="35928" y="637"/>
                </a:cubicBezTo>
                <a:cubicBezTo>
                  <a:pt x="35180" y="797"/>
                  <a:pt x="34538" y="797"/>
                  <a:pt x="33897" y="797"/>
                </a:cubicBezTo>
                <a:cubicBezTo>
                  <a:pt x="33148" y="797"/>
                  <a:pt x="32293" y="797"/>
                  <a:pt x="31223" y="956"/>
                </a:cubicBezTo>
                <a:cubicBezTo>
                  <a:pt x="30261" y="1115"/>
                  <a:pt x="29726" y="1115"/>
                  <a:pt x="29192" y="1275"/>
                </a:cubicBezTo>
                <a:cubicBezTo>
                  <a:pt x="28550" y="1275"/>
                  <a:pt x="28015" y="1275"/>
                  <a:pt x="27481" y="1275"/>
                </a:cubicBezTo>
                <a:cubicBezTo>
                  <a:pt x="26946" y="1275"/>
                  <a:pt x="26304" y="1275"/>
                  <a:pt x="25663" y="1275"/>
                </a:cubicBezTo>
                <a:cubicBezTo>
                  <a:pt x="24807" y="1275"/>
                  <a:pt x="23952" y="1275"/>
                  <a:pt x="22990" y="1115"/>
                </a:cubicBezTo>
                <a:cubicBezTo>
                  <a:pt x="22241" y="1115"/>
                  <a:pt x="21706" y="1115"/>
                  <a:pt x="21172" y="956"/>
                </a:cubicBezTo>
                <a:cubicBezTo>
                  <a:pt x="20530" y="956"/>
                  <a:pt x="19889" y="956"/>
                  <a:pt x="19354" y="797"/>
                </a:cubicBezTo>
                <a:cubicBezTo>
                  <a:pt x="18819" y="797"/>
                  <a:pt x="18178" y="797"/>
                  <a:pt x="17536" y="797"/>
                </a:cubicBezTo>
                <a:cubicBezTo>
                  <a:pt x="16895" y="797"/>
                  <a:pt x="16039" y="797"/>
                  <a:pt x="15077" y="797"/>
                </a:cubicBezTo>
                <a:cubicBezTo>
                  <a:pt x="14542" y="797"/>
                  <a:pt x="14007" y="797"/>
                  <a:pt x="13259" y="797"/>
                </a:cubicBezTo>
                <a:cubicBezTo>
                  <a:pt x="12617" y="797"/>
                  <a:pt x="11976" y="637"/>
                  <a:pt x="11227" y="637"/>
                </a:cubicBezTo>
                <a:cubicBezTo>
                  <a:pt x="10372" y="637"/>
                  <a:pt x="9730" y="637"/>
                  <a:pt x="9196" y="637"/>
                </a:cubicBezTo>
                <a:cubicBezTo>
                  <a:pt x="8340" y="637"/>
                  <a:pt x="7699" y="637"/>
                  <a:pt x="6950" y="797"/>
                </a:cubicBezTo>
                <a:cubicBezTo>
                  <a:pt x="6415" y="637"/>
                  <a:pt x="5881" y="637"/>
                  <a:pt x="5239" y="637"/>
                </a:cubicBezTo>
                <a:cubicBezTo>
                  <a:pt x="4598" y="797"/>
                  <a:pt x="4063" y="797"/>
                  <a:pt x="3421" y="797"/>
                </a:cubicBezTo>
                <a:cubicBezTo>
                  <a:pt x="2887" y="956"/>
                  <a:pt x="2245" y="1115"/>
                  <a:pt x="1817" y="1434"/>
                </a:cubicBezTo>
                <a:cubicBezTo>
                  <a:pt x="1390" y="2072"/>
                  <a:pt x="1176" y="2709"/>
                  <a:pt x="962" y="3347"/>
                </a:cubicBezTo>
                <a:cubicBezTo>
                  <a:pt x="855" y="4144"/>
                  <a:pt x="641" y="4941"/>
                  <a:pt x="534" y="5898"/>
                </a:cubicBezTo>
                <a:cubicBezTo>
                  <a:pt x="427" y="6854"/>
                  <a:pt x="427" y="7651"/>
                  <a:pt x="320" y="8448"/>
                </a:cubicBezTo>
                <a:cubicBezTo>
                  <a:pt x="106" y="9086"/>
                  <a:pt x="0" y="9883"/>
                  <a:pt x="0" y="10839"/>
                </a:cubicBezTo>
                <a:cubicBezTo>
                  <a:pt x="0" y="11636"/>
                  <a:pt x="0" y="12433"/>
                  <a:pt x="0" y="13390"/>
                </a:cubicBezTo>
                <a:cubicBezTo>
                  <a:pt x="106" y="14665"/>
                  <a:pt x="320" y="15940"/>
                  <a:pt x="320" y="16897"/>
                </a:cubicBezTo>
                <a:cubicBezTo>
                  <a:pt x="213" y="18013"/>
                  <a:pt x="320" y="18969"/>
                  <a:pt x="427" y="19766"/>
                </a:cubicBezTo>
                <a:cubicBezTo>
                  <a:pt x="427" y="20563"/>
                  <a:pt x="641" y="21679"/>
                  <a:pt x="748" y="22476"/>
                </a:cubicBezTo>
                <a:cubicBezTo>
                  <a:pt x="855" y="23752"/>
                  <a:pt x="1069" y="25027"/>
                  <a:pt x="1176" y="26143"/>
                </a:cubicBezTo>
                <a:cubicBezTo>
                  <a:pt x="1283" y="27259"/>
                  <a:pt x="1283" y="28056"/>
                  <a:pt x="1283" y="28853"/>
                </a:cubicBezTo>
                <a:cubicBezTo>
                  <a:pt x="1390" y="29969"/>
                  <a:pt x="1497" y="30766"/>
                  <a:pt x="1497" y="31722"/>
                </a:cubicBezTo>
                <a:cubicBezTo>
                  <a:pt x="1390" y="32678"/>
                  <a:pt x="1283" y="33954"/>
                  <a:pt x="1283" y="35070"/>
                </a:cubicBezTo>
                <a:cubicBezTo>
                  <a:pt x="1283" y="35867"/>
                  <a:pt x="1283" y="36983"/>
                  <a:pt x="1283" y="37939"/>
                </a:cubicBezTo>
                <a:cubicBezTo>
                  <a:pt x="1390" y="39055"/>
                  <a:pt x="1497" y="39852"/>
                  <a:pt x="1497" y="40649"/>
                </a:cubicBezTo>
                <a:cubicBezTo>
                  <a:pt x="1603" y="41605"/>
                  <a:pt x="1710" y="42402"/>
                  <a:pt x="1710" y="43200"/>
                </a:cubicBez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6756639" name=""/>
          <p:cNvSpPr/>
          <p:nvPr/>
        </p:nvSpPr>
        <p:spPr bwMode="auto">
          <a:xfrm>
            <a:off x="5182500" y="4975991"/>
            <a:ext cx="16422" cy="320236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cubicBezTo>
                  <a:pt x="43200" y="6646"/>
                  <a:pt x="21599" y="12184"/>
                  <a:pt x="21599" y="19938"/>
                </a:cubicBezTo>
                <a:cubicBezTo>
                  <a:pt x="0" y="25476"/>
                  <a:pt x="0" y="31015"/>
                  <a:pt x="21599" y="37661"/>
                </a:cubicBezTo>
                <a:lnTo>
                  <a:pt x="21599" y="43200"/>
                </a:ln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3999585" name=""/>
          <p:cNvSpPr/>
          <p:nvPr/>
        </p:nvSpPr>
        <p:spPr bwMode="auto">
          <a:xfrm>
            <a:off x="5010065" y="5099159"/>
            <a:ext cx="8210" cy="4105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lnTo>
                  <a:pt x="43200" y="43200"/>
                </a:ln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1274575" name=""/>
          <p:cNvSpPr/>
          <p:nvPr/>
        </p:nvSpPr>
        <p:spPr bwMode="auto">
          <a:xfrm>
            <a:off x="5034698" y="5099159"/>
            <a:ext cx="16422" cy="27918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21600" y="8894"/>
                  <a:pt x="43200" y="15247"/>
                  <a:pt x="43200" y="22870"/>
                </a:cubicBezTo>
                <a:cubicBezTo>
                  <a:pt x="43200" y="30494"/>
                  <a:pt x="21600" y="36847"/>
                  <a:pt x="21600" y="43200"/>
                </a:cubicBez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7446359" name=""/>
          <p:cNvSpPr/>
          <p:nvPr/>
        </p:nvSpPr>
        <p:spPr bwMode="auto">
          <a:xfrm>
            <a:off x="5042910" y="5558986"/>
            <a:ext cx="16422" cy="37771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21599" y="0"/>
                </a:moveTo>
                <a:cubicBezTo>
                  <a:pt x="0" y="7513"/>
                  <a:pt x="0" y="14086"/>
                  <a:pt x="0" y="18782"/>
                </a:cubicBezTo>
                <a:cubicBezTo>
                  <a:pt x="0" y="23478"/>
                  <a:pt x="21599" y="28173"/>
                  <a:pt x="21599" y="32869"/>
                </a:cubicBezTo>
                <a:quadBezTo>
                  <a:pt x="43200" y="37565"/>
                  <a:pt x="43200" y="43200"/>
                </a:quadBez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69336062" name=""/>
          <p:cNvSpPr/>
          <p:nvPr/>
        </p:nvSpPr>
        <p:spPr bwMode="auto">
          <a:xfrm>
            <a:off x="4993643" y="5879224"/>
            <a:ext cx="131379" cy="13959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10800" y="12705"/>
                  <a:pt x="13500" y="25411"/>
                  <a:pt x="18899" y="35576"/>
                </a:cubicBezTo>
                <a:cubicBezTo>
                  <a:pt x="29699" y="43200"/>
                  <a:pt x="35099" y="30494"/>
                  <a:pt x="40499" y="17788"/>
                </a:cubicBezTo>
                <a:lnTo>
                  <a:pt x="43200" y="5082"/>
                </a:ln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57723821" name=""/>
          <p:cNvSpPr/>
          <p:nvPr/>
        </p:nvSpPr>
        <p:spPr bwMode="auto">
          <a:xfrm>
            <a:off x="6143212" y="2758965"/>
            <a:ext cx="1051034" cy="24633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cubicBezTo>
                  <a:pt x="40500" y="0"/>
                  <a:pt x="37799" y="14400"/>
                  <a:pt x="34087" y="14400"/>
                </a:cubicBezTo>
                <a:cubicBezTo>
                  <a:pt x="29700" y="14400"/>
                  <a:pt x="24975" y="14400"/>
                  <a:pt x="21262" y="28800"/>
                </a:cubicBezTo>
                <a:cubicBezTo>
                  <a:pt x="18899" y="28800"/>
                  <a:pt x="17212" y="28800"/>
                  <a:pt x="15525" y="43200"/>
                </a:cubicBezTo>
                <a:cubicBezTo>
                  <a:pt x="13499" y="43200"/>
                  <a:pt x="11137" y="43200"/>
                  <a:pt x="9449" y="43200"/>
                </a:cubicBezTo>
                <a:cubicBezTo>
                  <a:pt x="7087" y="43200"/>
                  <a:pt x="5062" y="28800"/>
                  <a:pt x="2700" y="28800"/>
                </a:cubicBezTo>
                <a:lnTo>
                  <a:pt x="0" y="14400"/>
                </a:ln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40665808" name=""/>
          <p:cNvSpPr/>
          <p:nvPr/>
        </p:nvSpPr>
        <p:spPr bwMode="auto">
          <a:xfrm>
            <a:off x="6069311" y="2701486"/>
            <a:ext cx="172435" cy="13137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cubicBezTo>
                  <a:pt x="28800" y="2699"/>
                  <a:pt x="18514" y="10800"/>
                  <a:pt x="8228" y="16199"/>
                </a:cubicBezTo>
                <a:cubicBezTo>
                  <a:pt x="0" y="21600"/>
                  <a:pt x="8228" y="29699"/>
                  <a:pt x="18514" y="37800"/>
                </a:cubicBezTo>
                <a:lnTo>
                  <a:pt x="26742" y="43200"/>
                </a:ln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1737031" name=""/>
          <p:cNvSpPr/>
          <p:nvPr/>
        </p:nvSpPr>
        <p:spPr bwMode="auto">
          <a:xfrm>
            <a:off x="6249957" y="3481551"/>
            <a:ext cx="829331" cy="3284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10800"/>
                </a:moveTo>
                <a:cubicBezTo>
                  <a:pt x="2994" y="0"/>
                  <a:pt x="6843" y="0"/>
                  <a:pt x="8982" y="0"/>
                </a:cubicBezTo>
                <a:cubicBezTo>
                  <a:pt x="11548" y="10800"/>
                  <a:pt x="13687" y="10800"/>
                  <a:pt x="17964" y="10800"/>
                </a:cubicBezTo>
                <a:cubicBezTo>
                  <a:pt x="20102" y="10800"/>
                  <a:pt x="22241" y="10800"/>
                  <a:pt x="24807" y="10800"/>
                </a:cubicBezTo>
                <a:cubicBezTo>
                  <a:pt x="27801" y="21600"/>
                  <a:pt x="30368" y="32400"/>
                  <a:pt x="32506" y="32400"/>
                </a:cubicBezTo>
                <a:cubicBezTo>
                  <a:pt x="34645" y="32400"/>
                  <a:pt x="38495" y="32400"/>
                  <a:pt x="40633" y="43200"/>
                </a:cubicBezTo>
                <a:lnTo>
                  <a:pt x="43200" y="43200"/>
                </a:ln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0611109" name=""/>
          <p:cNvSpPr/>
          <p:nvPr/>
        </p:nvSpPr>
        <p:spPr bwMode="auto">
          <a:xfrm>
            <a:off x="6956121" y="3448706"/>
            <a:ext cx="270969" cy="147801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6545" y="0"/>
                </a:moveTo>
                <a:cubicBezTo>
                  <a:pt x="15709" y="2399"/>
                  <a:pt x="22254" y="4799"/>
                  <a:pt x="28800" y="9600"/>
                </a:cubicBezTo>
                <a:cubicBezTo>
                  <a:pt x="35345" y="12000"/>
                  <a:pt x="43200" y="14399"/>
                  <a:pt x="37963" y="19199"/>
                </a:cubicBezTo>
                <a:cubicBezTo>
                  <a:pt x="27490" y="24000"/>
                  <a:pt x="20945" y="31199"/>
                  <a:pt x="11781" y="36000"/>
                </a:cubicBezTo>
                <a:quadBezTo>
                  <a:pt x="6545" y="40800"/>
                  <a:pt x="0" y="43199"/>
                </a:quadBez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3880177" name=""/>
          <p:cNvSpPr/>
          <p:nvPr/>
        </p:nvSpPr>
        <p:spPr bwMode="auto">
          <a:xfrm>
            <a:off x="6619462" y="3235215"/>
            <a:ext cx="8210" cy="82112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quadBezTo>
                  <a:pt x="43200" y="21600"/>
                  <a:pt x="43200" y="43200"/>
                </a:quad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963759" name=""/>
          <p:cNvSpPr/>
          <p:nvPr/>
        </p:nvSpPr>
        <p:spPr bwMode="auto">
          <a:xfrm>
            <a:off x="6603039" y="3309116"/>
            <a:ext cx="24633" cy="3284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lnTo>
                  <a:pt x="0" y="43200"/>
                </a:ln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394571" name=""/>
          <p:cNvSpPr/>
          <p:nvPr/>
        </p:nvSpPr>
        <p:spPr bwMode="auto">
          <a:xfrm>
            <a:off x="6619462" y="3300905"/>
            <a:ext cx="57478" cy="49267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quadBezTo>
                  <a:pt x="24685" y="14400"/>
                  <a:pt x="43200" y="43200"/>
                </a:quad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5442596" name=""/>
          <p:cNvSpPr/>
          <p:nvPr/>
        </p:nvSpPr>
        <p:spPr bwMode="auto">
          <a:xfrm>
            <a:off x="6849375" y="2997090"/>
            <a:ext cx="8210" cy="33665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0" y="5268"/>
                  <a:pt x="43200" y="11590"/>
                  <a:pt x="43200" y="18965"/>
                </a:cubicBezTo>
                <a:cubicBezTo>
                  <a:pt x="0" y="25287"/>
                  <a:pt x="0" y="31609"/>
                  <a:pt x="0" y="37931"/>
                </a:cubicBezTo>
                <a:lnTo>
                  <a:pt x="0" y="43200"/>
                </a:ln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7639581" name=""/>
          <p:cNvSpPr/>
          <p:nvPr/>
        </p:nvSpPr>
        <p:spPr bwMode="auto">
          <a:xfrm>
            <a:off x="6800108" y="3333749"/>
            <a:ext cx="49267" cy="6568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quadBezTo>
                  <a:pt x="21600" y="21600"/>
                  <a:pt x="0" y="43200"/>
                </a:quad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0449264" name=""/>
          <p:cNvSpPr/>
          <p:nvPr/>
        </p:nvSpPr>
        <p:spPr bwMode="auto">
          <a:xfrm>
            <a:off x="6832953" y="3333749"/>
            <a:ext cx="49267" cy="57478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quadBezTo>
                  <a:pt x="28799" y="18514"/>
                  <a:pt x="43200" y="43200"/>
                </a:quad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3863708" name=""/>
          <p:cNvSpPr/>
          <p:nvPr/>
        </p:nvSpPr>
        <p:spPr bwMode="auto">
          <a:xfrm>
            <a:off x="8655646" y="3009899"/>
            <a:ext cx="3268059" cy="2036378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1354" y="0"/>
                </a:moveTo>
                <a:cubicBezTo>
                  <a:pt x="42006" y="348"/>
                  <a:pt x="42440" y="870"/>
                  <a:pt x="42657" y="1567"/>
                </a:cubicBezTo>
                <a:cubicBezTo>
                  <a:pt x="42874" y="2264"/>
                  <a:pt x="43091" y="2961"/>
                  <a:pt x="43200" y="3832"/>
                </a:cubicBezTo>
                <a:cubicBezTo>
                  <a:pt x="43200" y="4703"/>
                  <a:pt x="42982" y="5400"/>
                  <a:pt x="42548" y="5922"/>
                </a:cubicBezTo>
                <a:cubicBezTo>
                  <a:pt x="42006" y="6096"/>
                  <a:pt x="41354" y="6445"/>
                  <a:pt x="40812" y="6445"/>
                </a:cubicBezTo>
                <a:cubicBezTo>
                  <a:pt x="40269" y="6445"/>
                  <a:pt x="39726" y="6619"/>
                  <a:pt x="39075" y="6619"/>
                </a:cubicBezTo>
                <a:cubicBezTo>
                  <a:pt x="38315" y="6619"/>
                  <a:pt x="37772" y="6619"/>
                  <a:pt x="37230" y="6445"/>
                </a:cubicBezTo>
                <a:cubicBezTo>
                  <a:pt x="36470" y="6445"/>
                  <a:pt x="35927" y="6445"/>
                  <a:pt x="35276" y="6445"/>
                </a:cubicBezTo>
                <a:cubicBezTo>
                  <a:pt x="34733" y="6270"/>
                  <a:pt x="34190" y="6270"/>
                  <a:pt x="33539" y="6270"/>
                </a:cubicBezTo>
                <a:cubicBezTo>
                  <a:pt x="32996" y="6270"/>
                  <a:pt x="32237" y="6270"/>
                  <a:pt x="31585" y="6096"/>
                </a:cubicBezTo>
                <a:cubicBezTo>
                  <a:pt x="30934" y="5922"/>
                  <a:pt x="30391" y="5922"/>
                  <a:pt x="29849" y="5922"/>
                </a:cubicBezTo>
                <a:cubicBezTo>
                  <a:pt x="29197" y="5922"/>
                  <a:pt x="28655" y="5922"/>
                  <a:pt x="28112" y="5748"/>
                </a:cubicBezTo>
                <a:cubicBezTo>
                  <a:pt x="27461" y="5748"/>
                  <a:pt x="26918" y="5748"/>
                  <a:pt x="26375" y="5748"/>
                </a:cubicBezTo>
                <a:cubicBezTo>
                  <a:pt x="25616" y="5748"/>
                  <a:pt x="24964" y="5748"/>
                  <a:pt x="24313" y="5574"/>
                </a:cubicBezTo>
                <a:cubicBezTo>
                  <a:pt x="23662" y="5574"/>
                  <a:pt x="23011" y="5400"/>
                  <a:pt x="22468" y="5400"/>
                </a:cubicBezTo>
                <a:cubicBezTo>
                  <a:pt x="21708" y="5400"/>
                  <a:pt x="21057" y="5225"/>
                  <a:pt x="20514" y="5225"/>
                </a:cubicBezTo>
                <a:cubicBezTo>
                  <a:pt x="19971" y="5225"/>
                  <a:pt x="19212" y="5225"/>
                  <a:pt x="18560" y="5225"/>
                </a:cubicBezTo>
                <a:cubicBezTo>
                  <a:pt x="17801" y="5400"/>
                  <a:pt x="17258" y="5400"/>
                  <a:pt x="16498" y="5225"/>
                </a:cubicBezTo>
                <a:cubicBezTo>
                  <a:pt x="15630" y="5400"/>
                  <a:pt x="14327" y="5400"/>
                  <a:pt x="13025" y="5574"/>
                </a:cubicBezTo>
                <a:cubicBezTo>
                  <a:pt x="12156" y="5400"/>
                  <a:pt x="11288" y="5400"/>
                  <a:pt x="10637" y="5051"/>
                </a:cubicBezTo>
                <a:cubicBezTo>
                  <a:pt x="9985" y="5051"/>
                  <a:pt x="9334" y="5051"/>
                  <a:pt x="8574" y="5051"/>
                </a:cubicBezTo>
                <a:cubicBezTo>
                  <a:pt x="7815" y="5051"/>
                  <a:pt x="7272" y="5051"/>
                  <a:pt x="6729" y="4877"/>
                </a:cubicBezTo>
                <a:cubicBezTo>
                  <a:pt x="6078" y="4877"/>
                  <a:pt x="5427" y="5051"/>
                  <a:pt x="4884" y="5051"/>
                </a:cubicBezTo>
                <a:cubicBezTo>
                  <a:pt x="4341" y="4877"/>
                  <a:pt x="3798" y="4877"/>
                  <a:pt x="3256" y="4877"/>
                </a:cubicBezTo>
                <a:cubicBezTo>
                  <a:pt x="2713" y="5051"/>
                  <a:pt x="2062" y="5051"/>
                  <a:pt x="1411" y="5225"/>
                </a:cubicBezTo>
                <a:cubicBezTo>
                  <a:pt x="868" y="5400"/>
                  <a:pt x="434" y="5748"/>
                  <a:pt x="217" y="6619"/>
                </a:cubicBezTo>
                <a:cubicBezTo>
                  <a:pt x="108" y="7490"/>
                  <a:pt x="108" y="8361"/>
                  <a:pt x="108" y="9232"/>
                </a:cubicBezTo>
                <a:cubicBezTo>
                  <a:pt x="108" y="10103"/>
                  <a:pt x="108" y="10974"/>
                  <a:pt x="217" y="12019"/>
                </a:cubicBezTo>
                <a:cubicBezTo>
                  <a:pt x="325" y="13064"/>
                  <a:pt x="108" y="14109"/>
                  <a:pt x="0" y="15154"/>
                </a:cubicBezTo>
                <a:cubicBezTo>
                  <a:pt x="108" y="16200"/>
                  <a:pt x="217" y="17245"/>
                  <a:pt x="217" y="18116"/>
                </a:cubicBezTo>
                <a:cubicBezTo>
                  <a:pt x="217" y="18987"/>
                  <a:pt x="325" y="20032"/>
                  <a:pt x="325" y="20903"/>
                </a:cubicBezTo>
                <a:cubicBezTo>
                  <a:pt x="325" y="21948"/>
                  <a:pt x="325" y="23167"/>
                  <a:pt x="217" y="24212"/>
                </a:cubicBezTo>
                <a:cubicBezTo>
                  <a:pt x="108" y="25258"/>
                  <a:pt x="217" y="26477"/>
                  <a:pt x="217" y="27348"/>
                </a:cubicBezTo>
                <a:cubicBezTo>
                  <a:pt x="217" y="28219"/>
                  <a:pt x="325" y="29090"/>
                  <a:pt x="434" y="30135"/>
                </a:cubicBezTo>
                <a:cubicBezTo>
                  <a:pt x="434" y="31180"/>
                  <a:pt x="542" y="32225"/>
                  <a:pt x="434" y="33445"/>
                </a:cubicBezTo>
                <a:cubicBezTo>
                  <a:pt x="434" y="34316"/>
                  <a:pt x="434" y="35187"/>
                  <a:pt x="434" y="36058"/>
                </a:cubicBezTo>
                <a:cubicBezTo>
                  <a:pt x="542" y="37103"/>
                  <a:pt x="759" y="37800"/>
                  <a:pt x="868" y="38845"/>
                </a:cubicBezTo>
                <a:cubicBezTo>
                  <a:pt x="1085" y="39541"/>
                  <a:pt x="1302" y="40587"/>
                  <a:pt x="1411" y="41458"/>
                </a:cubicBezTo>
                <a:quadBezTo>
                  <a:pt x="1519" y="42329"/>
                  <a:pt x="1628" y="43200"/>
                </a:quadBez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5680923" name=""/>
          <p:cNvSpPr/>
          <p:nvPr/>
        </p:nvSpPr>
        <p:spPr bwMode="auto">
          <a:xfrm>
            <a:off x="8491422" y="2977054"/>
            <a:ext cx="3317326" cy="2225236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478"/>
                </a:moveTo>
                <a:cubicBezTo>
                  <a:pt x="42772" y="159"/>
                  <a:pt x="42237" y="159"/>
                  <a:pt x="41596" y="0"/>
                </a:cubicBezTo>
                <a:cubicBezTo>
                  <a:pt x="40847" y="0"/>
                  <a:pt x="40205" y="0"/>
                  <a:pt x="39564" y="0"/>
                </a:cubicBezTo>
                <a:cubicBezTo>
                  <a:pt x="39029" y="0"/>
                  <a:pt x="38495" y="159"/>
                  <a:pt x="37853" y="159"/>
                </a:cubicBezTo>
                <a:cubicBezTo>
                  <a:pt x="37211" y="318"/>
                  <a:pt x="36677" y="478"/>
                  <a:pt x="35928" y="637"/>
                </a:cubicBezTo>
                <a:cubicBezTo>
                  <a:pt x="35180" y="797"/>
                  <a:pt x="34538" y="797"/>
                  <a:pt x="33897" y="797"/>
                </a:cubicBezTo>
                <a:cubicBezTo>
                  <a:pt x="33148" y="797"/>
                  <a:pt x="32293" y="797"/>
                  <a:pt x="31223" y="956"/>
                </a:cubicBezTo>
                <a:cubicBezTo>
                  <a:pt x="30261" y="1115"/>
                  <a:pt x="29726" y="1115"/>
                  <a:pt x="29192" y="1275"/>
                </a:cubicBezTo>
                <a:cubicBezTo>
                  <a:pt x="28550" y="1275"/>
                  <a:pt x="28015" y="1275"/>
                  <a:pt x="27481" y="1275"/>
                </a:cubicBezTo>
                <a:cubicBezTo>
                  <a:pt x="26946" y="1275"/>
                  <a:pt x="26304" y="1275"/>
                  <a:pt x="25663" y="1275"/>
                </a:cubicBezTo>
                <a:cubicBezTo>
                  <a:pt x="24807" y="1275"/>
                  <a:pt x="23952" y="1275"/>
                  <a:pt x="22990" y="1115"/>
                </a:cubicBezTo>
                <a:cubicBezTo>
                  <a:pt x="22241" y="1115"/>
                  <a:pt x="21706" y="1115"/>
                  <a:pt x="21172" y="956"/>
                </a:cubicBezTo>
                <a:cubicBezTo>
                  <a:pt x="20530" y="956"/>
                  <a:pt x="19889" y="956"/>
                  <a:pt x="19354" y="797"/>
                </a:cubicBezTo>
                <a:cubicBezTo>
                  <a:pt x="18819" y="797"/>
                  <a:pt x="18178" y="797"/>
                  <a:pt x="17536" y="797"/>
                </a:cubicBezTo>
                <a:cubicBezTo>
                  <a:pt x="16895" y="797"/>
                  <a:pt x="16039" y="797"/>
                  <a:pt x="15077" y="797"/>
                </a:cubicBezTo>
                <a:cubicBezTo>
                  <a:pt x="14542" y="797"/>
                  <a:pt x="14007" y="797"/>
                  <a:pt x="13259" y="797"/>
                </a:cubicBezTo>
                <a:cubicBezTo>
                  <a:pt x="12617" y="797"/>
                  <a:pt x="11976" y="637"/>
                  <a:pt x="11227" y="637"/>
                </a:cubicBezTo>
                <a:cubicBezTo>
                  <a:pt x="10372" y="637"/>
                  <a:pt x="9730" y="637"/>
                  <a:pt x="9196" y="637"/>
                </a:cubicBezTo>
                <a:cubicBezTo>
                  <a:pt x="8340" y="637"/>
                  <a:pt x="7699" y="637"/>
                  <a:pt x="6950" y="797"/>
                </a:cubicBezTo>
                <a:cubicBezTo>
                  <a:pt x="6415" y="637"/>
                  <a:pt x="5881" y="637"/>
                  <a:pt x="5239" y="637"/>
                </a:cubicBezTo>
                <a:cubicBezTo>
                  <a:pt x="4598" y="797"/>
                  <a:pt x="4063" y="797"/>
                  <a:pt x="3421" y="797"/>
                </a:cubicBezTo>
                <a:cubicBezTo>
                  <a:pt x="2887" y="956"/>
                  <a:pt x="2245" y="1115"/>
                  <a:pt x="1817" y="1434"/>
                </a:cubicBezTo>
                <a:cubicBezTo>
                  <a:pt x="1390" y="2072"/>
                  <a:pt x="1176" y="2709"/>
                  <a:pt x="962" y="3347"/>
                </a:cubicBezTo>
                <a:cubicBezTo>
                  <a:pt x="855" y="4144"/>
                  <a:pt x="641" y="4941"/>
                  <a:pt x="534" y="5898"/>
                </a:cubicBezTo>
                <a:cubicBezTo>
                  <a:pt x="427" y="6854"/>
                  <a:pt x="427" y="7651"/>
                  <a:pt x="320" y="8448"/>
                </a:cubicBezTo>
                <a:cubicBezTo>
                  <a:pt x="106" y="9086"/>
                  <a:pt x="0" y="9883"/>
                  <a:pt x="0" y="10839"/>
                </a:cubicBezTo>
                <a:cubicBezTo>
                  <a:pt x="0" y="11636"/>
                  <a:pt x="0" y="12433"/>
                  <a:pt x="0" y="13390"/>
                </a:cubicBezTo>
                <a:cubicBezTo>
                  <a:pt x="106" y="14665"/>
                  <a:pt x="320" y="15940"/>
                  <a:pt x="320" y="16897"/>
                </a:cubicBezTo>
                <a:cubicBezTo>
                  <a:pt x="213" y="18013"/>
                  <a:pt x="320" y="18969"/>
                  <a:pt x="427" y="19766"/>
                </a:cubicBezTo>
                <a:cubicBezTo>
                  <a:pt x="427" y="20563"/>
                  <a:pt x="641" y="21679"/>
                  <a:pt x="748" y="22476"/>
                </a:cubicBezTo>
                <a:cubicBezTo>
                  <a:pt x="855" y="23752"/>
                  <a:pt x="1069" y="25027"/>
                  <a:pt x="1176" y="26143"/>
                </a:cubicBezTo>
                <a:cubicBezTo>
                  <a:pt x="1283" y="27259"/>
                  <a:pt x="1283" y="28056"/>
                  <a:pt x="1283" y="28853"/>
                </a:cubicBezTo>
                <a:cubicBezTo>
                  <a:pt x="1390" y="29969"/>
                  <a:pt x="1497" y="30766"/>
                  <a:pt x="1497" y="31722"/>
                </a:cubicBezTo>
                <a:cubicBezTo>
                  <a:pt x="1390" y="32678"/>
                  <a:pt x="1283" y="33954"/>
                  <a:pt x="1283" y="35070"/>
                </a:cubicBezTo>
                <a:cubicBezTo>
                  <a:pt x="1283" y="35867"/>
                  <a:pt x="1283" y="36983"/>
                  <a:pt x="1283" y="37939"/>
                </a:cubicBezTo>
                <a:cubicBezTo>
                  <a:pt x="1390" y="39055"/>
                  <a:pt x="1497" y="39852"/>
                  <a:pt x="1497" y="40649"/>
                </a:cubicBezTo>
                <a:cubicBezTo>
                  <a:pt x="1603" y="41605"/>
                  <a:pt x="1710" y="42402"/>
                  <a:pt x="1710" y="43200"/>
                </a:cubicBez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9544760" name=""/>
          <p:cNvSpPr/>
          <p:nvPr/>
        </p:nvSpPr>
        <p:spPr bwMode="auto">
          <a:xfrm>
            <a:off x="8745970" y="4997011"/>
            <a:ext cx="16421" cy="320236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cubicBezTo>
                  <a:pt x="43200" y="6646"/>
                  <a:pt x="21599" y="12184"/>
                  <a:pt x="21599" y="19938"/>
                </a:cubicBezTo>
                <a:cubicBezTo>
                  <a:pt x="0" y="25476"/>
                  <a:pt x="0" y="31015"/>
                  <a:pt x="21599" y="37661"/>
                </a:cubicBezTo>
                <a:lnTo>
                  <a:pt x="21599" y="43200"/>
                </a:ln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0991950" name=""/>
          <p:cNvSpPr/>
          <p:nvPr/>
        </p:nvSpPr>
        <p:spPr bwMode="auto">
          <a:xfrm>
            <a:off x="8573534" y="5120179"/>
            <a:ext cx="8210" cy="4105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lnTo>
                  <a:pt x="43200" y="43200"/>
                </a:ln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82130583" name=""/>
          <p:cNvSpPr/>
          <p:nvPr/>
        </p:nvSpPr>
        <p:spPr bwMode="auto">
          <a:xfrm>
            <a:off x="8598168" y="5120179"/>
            <a:ext cx="16421" cy="27918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21600" y="8894"/>
                  <a:pt x="43200" y="15247"/>
                  <a:pt x="43200" y="22870"/>
                </a:cubicBezTo>
                <a:cubicBezTo>
                  <a:pt x="43200" y="30494"/>
                  <a:pt x="21600" y="36847"/>
                  <a:pt x="21600" y="43200"/>
                </a:cubicBez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517744" name=""/>
          <p:cNvSpPr/>
          <p:nvPr/>
        </p:nvSpPr>
        <p:spPr bwMode="auto">
          <a:xfrm>
            <a:off x="8737759" y="5497895"/>
            <a:ext cx="16421" cy="37771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21599" y="0"/>
                </a:moveTo>
                <a:cubicBezTo>
                  <a:pt x="0" y="7513"/>
                  <a:pt x="0" y="14086"/>
                  <a:pt x="0" y="18782"/>
                </a:cubicBezTo>
                <a:cubicBezTo>
                  <a:pt x="0" y="23478"/>
                  <a:pt x="21599" y="28173"/>
                  <a:pt x="21599" y="32869"/>
                </a:cubicBezTo>
                <a:quadBezTo>
                  <a:pt x="43200" y="37565"/>
                  <a:pt x="43200" y="43200"/>
                </a:quadBez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18379488" name=""/>
          <p:cNvSpPr/>
          <p:nvPr/>
        </p:nvSpPr>
        <p:spPr bwMode="auto">
          <a:xfrm>
            <a:off x="8688492" y="5818132"/>
            <a:ext cx="131378" cy="13959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10800" y="12705"/>
                  <a:pt x="13500" y="25411"/>
                  <a:pt x="18899" y="35576"/>
                </a:cubicBezTo>
                <a:cubicBezTo>
                  <a:pt x="29699" y="43200"/>
                  <a:pt x="35099" y="30494"/>
                  <a:pt x="40499" y="17788"/>
                </a:cubicBezTo>
                <a:lnTo>
                  <a:pt x="43200" y="5082"/>
                </a:ln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48843320" name=""/>
          <p:cNvSpPr/>
          <p:nvPr/>
        </p:nvSpPr>
        <p:spPr bwMode="auto">
          <a:xfrm>
            <a:off x="9427694" y="3235215"/>
            <a:ext cx="0" cy="123167"/>
          </a:xfrm>
          <a:custGeom>
            <a:avLst/>
            <a:gdLst/>
            <a:ahLst/>
            <a:cxnLst/>
            <a:rect l="l" t="t" r="r" b="b"/>
            <a:pathLst>
              <a:path w="0" h="43200" fill="none" stroke="1" extrusionOk="0">
                <a:moveTo>
                  <a:pt x="0" y="0"/>
                </a:moveTo>
                <a:cubicBezTo>
                  <a:pt x="0" y="14400"/>
                  <a:pt x="0" y="28800"/>
                  <a:pt x="0" y="43200"/>
                </a:cubic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02688680" name=""/>
          <p:cNvSpPr/>
          <p:nvPr/>
        </p:nvSpPr>
        <p:spPr bwMode="auto">
          <a:xfrm>
            <a:off x="9386638" y="3325538"/>
            <a:ext cx="41055" cy="6568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quadBezTo>
                  <a:pt x="25919" y="21600"/>
                  <a:pt x="0" y="43200"/>
                </a:quad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57146030" name=""/>
          <p:cNvSpPr/>
          <p:nvPr/>
        </p:nvSpPr>
        <p:spPr bwMode="auto">
          <a:xfrm>
            <a:off x="9444117" y="3333749"/>
            <a:ext cx="24633" cy="3284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lnTo>
                  <a:pt x="43200" y="43200"/>
                </a:ln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1462223" name=""/>
          <p:cNvSpPr/>
          <p:nvPr/>
        </p:nvSpPr>
        <p:spPr bwMode="auto">
          <a:xfrm>
            <a:off x="10971401" y="2988879"/>
            <a:ext cx="57478" cy="37771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12342" y="4695"/>
                  <a:pt x="24685" y="12208"/>
                  <a:pt x="24685" y="16904"/>
                </a:cubicBezTo>
                <a:cubicBezTo>
                  <a:pt x="30857" y="23478"/>
                  <a:pt x="30857" y="29113"/>
                  <a:pt x="37028" y="33808"/>
                </a:cubicBezTo>
                <a:quadBezTo>
                  <a:pt x="43200" y="38504"/>
                  <a:pt x="37028" y="43200"/>
                </a:quad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8582202" name=""/>
          <p:cNvSpPr/>
          <p:nvPr/>
        </p:nvSpPr>
        <p:spPr bwMode="auto">
          <a:xfrm>
            <a:off x="10996035" y="3350172"/>
            <a:ext cx="24633" cy="3284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lnTo>
                  <a:pt x="0" y="43200"/>
                </a:ln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4112707" name=""/>
          <p:cNvSpPr/>
          <p:nvPr/>
        </p:nvSpPr>
        <p:spPr bwMode="auto">
          <a:xfrm>
            <a:off x="11037091" y="3350172"/>
            <a:ext cx="32844" cy="3284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lnTo>
                  <a:pt x="43200" y="43200"/>
                </a:ln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37140281" name=""/>
          <p:cNvSpPr/>
          <p:nvPr/>
        </p:nvSpPr>
        <p:spPr bwMode="auto">
          <a:xfrm>
            <a:off x="9657608" y="2849288"/>
            <a:ext cx="1395905" cy="7390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2287" y="9600"/>
                  <a:pt x="5590" y="23999"/>
                  <a:pt x="11689" y="38400"/>
                </a:cubicBezTo>
                <a:cubicBezTo>
                  <a:pt x="18296" y="43200"/>
                  <a:pt x="25665" y="43200"/>
                  <a:pt x="31510" y="38400"/>
                </a:cubicBezTo>
                <a:cubicBezTo>
                  <a:pt x="36084" y="33600"/>
                  <a:pt x="38625" y="33600"/>
                  <a:pt x="40658" y="33600"/>
                </a:cubicBezTo>
                <a:quadBezTo>
                  <a:pt x="41929" y="38400"/>
                  <a:pt x="43200" y="38400"/>
                </a:quadBez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6945817" name=""/>
          <p:cNvSpPr/>
          <p:nvPr/>
        </p:nvSpPr>
        <p:spPr bwMode="auto">
          <a:xfrm>
            <a:off x="10938556" y="2832866"/>
            <a:ext cx="188857" cy="13137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3147" y="0"/>
                </a:moveTo>
                <a:cubicBezTo>
                  <a:pt x="22539" y="8100"/>
                  <a:pt x="35686" y="16199"/>
                  <a:pt x="43200" y="21599"/>
                </a:cubicBezTo>
                <a:cubicBezTo>
                  <a:pt x="31930" y="29699"/>
                  <a:pt x="22539" y="32399"/>
                  <a:pt x="9391" y="37800"/>
                </a:cubicBezTo>
                <a:lnTo>
                  <a:pt x="0" y="43200"/>
                </a:ln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0884273" name=""/>
          <p:cNvSpPr/>
          <p:nvPr/>
        </p:nvSpPr>
        <p:spPr bwMode="auto">
          <a:xfrm>
            <a:off x="9518018" y="3530818"/>
            <a:ext cx="1264525" cy="90322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199" y="0"/>
                </a:moveTo>
                <a:cubicBezTo>
                  <a:pt x="41797" y="11781"/>
                  <a:pt x="39553" y="15709"/>
                  <a:pt x="35345" y="23563"/>
                </a:cubicBezTo>
                <a:cubicBezTo>
                  <a:pt x="28332" y="23563"/>
                  <a:pt x="20197" y="23563"/>
                  <a:pt x="12062" y="27490"/>
                </a:cubicBezTo>
                <a:cubicBezTo>
                  <a:pt x="5890" y="35345"/>
                  <a:pt x="1402" y="39272"/>
                  <a:pt x="0" y="43200"/>
                </a:cubicBezTo>
                <a:lnTo>
                  <a:pt x="1683" y="27490"/>
                </a:ln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9992220" name=""/>
          <p:cNvSpPr/>
          <p:nvPr/>
        </p:nvSpPr>
        <p:spPr bwMode="auto">
          <a:xfrm>
            <a:off x="9509806" y="3555452"/>
            <a:ext cx="90322" cy="6568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43200"/>
                </a:moveTo>
                <a:cubicBezTo>
                  <a:pt x="7854" y="21600"/>
                  <a:pt x="27490" y="10800"/>
                  <a:pt x="43200" y="0"/>
                </a:cubicBez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50208519" name=""/>
          <p:cNvSpPr/>
          <p:nvPr/>
        </p:nvSpPr>
        <p:spPr bwMode="auto">
          <a:xfrm>
            <a:off x="9493384" y="3621142"/>
            <a:ext cx="131379" cy="9853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10800" y="10799"/>
                  <a:pt x="21600" y="21600"/>
                  <a:pt x="32399" y="28799"/>
                </a:cubicBezTo>
                <a:lnTo>
                  <a:pt x="43200" y="43200"/>
                </a:ln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4032193" name=""/>
          <p:cNvSpPr/>
          <p:nvPr/>
        </p:nvSpPr>
        <p:spPr bwMode="auto">
          <a:xfrm>
            <a:off x="5469892" y="3670409"/>
            <a:ext cx="1059245" cy="24633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cubicBezTo>
                  <a:pt x="40520" y="0"/>
                  <a:pt x="38176" y="0"/>
                  <a:pt x="35162" y="14400"/>
                </a:cubicBezTo>
                <a:cubicBezTo>
                  <a:pt x="32818" y="14400"/>
                  <a:pt x="30809" y="14400"/>
                  <a:pt x="28799" y="28800"/>
                </a:cubicBezTo>
                <a:cubicBezTo>
                  <a:pt x="27125" y="28800"/>
                  <a:pt x="25116" y="28800"/>
                  <a:pt x="22437" y="28800"/>
                </a:cubicBezTo>
                <a:cubicBezTo>
                  <a:pt x="20762" y="43200"/>
                  <a:pt x="19088" y="43200"/>
                  <a:pt x="17413" y="43200"/>
                </a:cubicBezTo>
                <a:cubicBezTo>
                  <a:pt x="15739" y="43200"/>
                  <a:pt x="14065" y="43200"/>
                  <a:pt x="11386" y="43200"/>
                </a:cubicBezTo>
                <a:cubicBezTo>
                  <a:pt x="9376" y="43200"/>
                  <a:pt x="7367" y="43200"/>
                  <a:pt x="5693" y="43200"/>
                </a:cubicBezTo>
                <a:cubicBezTo>
                  <a:pt x="4018" y="43200"/>
                  <a:pt x="2009" y="43200"/>
                  <a:pt x="0" y="43200"/>
                </a:cubic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195654" name=""/>
          <p:cNvSpPr/>
          <p:nvPr/>
        </p:nvSpPr>
        <p:spPr bwMode="auto">
          <a:xfrm>
            <a:off x="6447026" y="3604719"/>
            <a:ext cx="98534" cy="13959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14400" y="5082"/>
                  <a:pt x="28799" y="15247"/>
                  <a:pt x="43200" y="25411"/>
                </a:cubicBezTo>
                <a:quadBezTo>
                  <a:pt x="28799" y="35576"/>
                  <a:pt x="14400" y="43200"/>
                </a:quad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9396116" name=""/>
          <p:cNvSpPr/>
          <p:nvPr/>
        </p:nvSpPr>
        <p:spPr bwMode="auto">
          <a:xfrm>
            <a:off x="6635884" y="3670409"/>
            <a:ext cx="1412327" cy="3284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10800"/>
                </a:moveTo>
                <a:cubicBezTo>
                  <a:pt x="1506" y="0"/>
                  <a:pt x="3013" y="0"/>
                  <a:pt x="5274" y="10800"/>
                </a:cubicBezTo>
                <a:cubicBezTo>
                  <a:pt x="7032" y="10800"/>
                  <a:pt x="8288" y="10800"/>
                  <a:pt x="9544" y="10800"/>
                </a:cubicBezTo>
                <a:cubicBezTo>
                  <a:pt x="11553" y="10800"/>
                  <a:pt x="13060" y="10800"/>
                  <a:pt x="15069" y="0"/>
                </a:cubicBezTo>
                <a:cubicBezTo>
                  <a:pt x="16827" y="0"/>
                  <a:pt x="18837" y="0"/>
                  <a:pt x="20093" y="0"/>
                </a:cubicBezTo>
                <a:cubicBezTo>
                  <a:pt x="22102" y="10800"/>
                  <a:pt x="24111" y="21600"/>
                  <a:pt x="26120" y="21600"/>
                </a:cubicBezTo>
                <a:cubicBezTo>
                  <a:pt x="27376" y="21600"/>
                  <a:pt x="29134" y="32400"/>
                  <a:pt x="30390" y="32400"/>
                </a:cubicBezTo>
                <a:cubicBezTo>
                  <a:pt x="31897" y="32400"/>
                  <a:pt x="33153" y="32400"/>
                  <a:pt x="34911" y="43200"/>
                </a:cubicBezTo>
                <a:cubicBezTo>
                  <a:pt x="36167" y="32400"/>
                  <a:pt x="37423" y="21600"/>
                  <a:pt x="38930" y="21600"/>
                </a:cubicBezTo>
                <a:cubicBezTo>
                  <a:pt x="40437" y="21600"/>
                  <a:pt x="41693" y="10800"/>
                  <a:pt x="43200" y="10800"/>
                </a:cubic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4219329" name=""/>
          <p:cNvSpPr/>
          <p:nvPr/>
        </p:nvSpPr>
        <p:spPr bwMode="auto">
          <a:xfrm>
            <a:off x="6652306" y="3588297"/>
            <a:ext cx="90322" cy="180646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cubicBezTo>
                  <a:pt x="23563" y="5890"/>
                  <a:pt x="7854" y="9818"/>
                  <a:pt x="0" y="17672"/>
                </a:cubicBezTo>
                <a:cubicBezTo>
                  <a:pt x="7854" y="29454"/>
                  <a:pt x="23563" y="37309"/>
                  <a:pt x="39272" y="43200"/>
                </a:cubic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0271763" name=""/>
          <p:cNvSpPr/>
          <p:nvPr/>
        </p:nvSpPr>
        <p:spPr bwMode="auto">
          <a:xfrm>
            <a:off x="9008923" y="3768943"/>
            <a:ext cx="1133146" cy="49267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cubicBezTo>
                  <a:pt x="41008" y="0"/>
                  <a:pt x="39443" y="7199"/>
                  <a:pt x="37878" y="14399"/>
                </a:cubicBezTo>
                <a:cubicBezTo>
                  <a:pt x="36000" y="14399"/>
                  <a:pt x="34434" y="21599"/>
                  <a:pt x="32869" y="28800"/>
                </a:cubicBezTo>
                <a:cubicBezTo>
                  <a:pt x="29739" y="28800"/>
                  <a:pt x="26608" y="36000"/>
                  <a:pt x="23791" y="36000"/>
                </a:cubicBezTo>
                <a:cubicBezTo>
                  <a:pt x="21913" y="43200"/>
                  <a:pt x="20034" y="43200"/>
                  <a:pt x="18156" y="43200"/>
                </a:cubicBezTo>
                <a:cubicBezTo>
                  <a:pt x="15652" y="36000"/>
                  <a:pt x="13147" y="36000"/>
                  <a:pt x="11269" y="28800"/>
                </a:cubicBezTo>
                <a:cubicBezTo>
                  <a:pt x="9704" y="21599"/>
                  <a:pt x="8139" y="14399"/>
                  <a:pt x="6573" y="14399"/>
                </a:cubicBezTo>
                <a:cubicBezTo>
                  <a:pt x="5008" y="14399"/>
                  <a:pt x="3130" y="14399"/>
                  <a:pt x="1565" y="14399"/>
                </a:cubicBezTo>
                <a:lnTo>
                  <a:pt x="0" y="14399"/>
                </a:ln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68916019" name=""/>
          <p:cNvSpPr/>
          <p:nvPr/>
        </p:nvSpPr>
        <p:spPr bwMode="auto">
          <a:xfrm>
            <a:off x="8976078" y="3719676"/>
            <a:ext cx="98534" cy="13137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cubicBezTo>
                  <a:pt x="18000" y="5399"/>
                  <a:pt x="0" y="10800"/>
                  <a:pt x="7200" y="21599"/>
                </a:cubicBezTo>
                <a:quadBezTo>
                  <a:pt x="14400" y="32399"/>
                  <a:pt x="28800" y="43200"/>
                </a:quad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4768637" name=""/>
          <p:cNvSpPr/>
          <p:nvPr/>
        </p:nvSpPr>
        <p:spPr bwMode="auto">
          <a:xfrm>
            <a:off x="10281660" y="3719676"/>
            <a:ext cx="1248103" cy="6568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43200"/>
                </a:moveTo>
                <a:cubicBezTo>
                  <a:pt x="3410" y="43200"/>
                  <a:pt x="8810" y="37800"/>
                  <a:pt x="14210" y="32400"/>
                </a:cubicBezTo>
                <a:cubicBezTo>
                  <a:pt x="19326" y="21600"/>
                  <a:pt x="22736" y="16199"/>
                  <a:pt x="24442" y="10799"/>
                </a:cubicBezTo>
                <a:cubicBezTo>
                  <a:pt x="26147" y="5399"/>
                  <a:pt x="28421" y="5399"/>
                  <a:pt x="30694" y="0"/>
                </a:cubicBezTo>
                <a:cubicBezTo>
                  <a:pt x="32968" y="0"/>
                  <a:pt x="34957" y="0"/>
                  <a:pt x="36947" y="0"/>
                </a:cubicBezTo>
                <a:cubicBezTo>
                  <a:pt x="38368" y="0"/>
                  <a:pt x="39789" y="0"/>
                  <a:pt x="41210" y="0"/>
                </a:cubicBezTo>
                <a:lnTo>
                  <a:pt x="43200" y="5399"/>
                </a:ln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29643976" name=""/>
          <p:cNvSpPr/>
          <p:nvPr/>
        </p:nvSpPr>
        <p:spPr bwMode="auto">
          <a:xfrm>
            <a:off x="11390173" y="3678620"/>
            <a:ext cx="156012" cy="123167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3642" y="0"/>
                </a:moveTo>
                <a:cubicBezTo>
                  <a:pt x="25010" y="5759"/>
                  <a:pt x="34105" y="11520"/>
                  <a:pt x="43199" y="17279"/>
                </a:cubicBezTo>
                <a:cubicBezTo>
                  <a:pt x="29557" y="25920"/>
                  <a:pt x="15915" y="37439"/>
                  <a:pt x="0" y="43200"/>
                </a:cubic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474871" name=""/>
          <p:cNvSpPr/>
          <p:nvPr/>
        </p:nvSpPr>
        <p:spPr bwMode="auto">
          <a:xfrm>
            <a:off x="1380323" y="4754288"/>
            <a:ext cx="49267" cy="50909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7200" y="5574"/>
                  <a:pt x="14400" y="9058"/>
                  <a:pt x="14400" y="13238"/>
                </a:cubicBezTo>
                <a:cubicBezTo>
                  <a:pt x="28799" y="18116"/>
                  <a:pt x="43200" y="22296"/>
                  <a:pt x="43200" y="27870"/>
                </a:cubicBezTo>
                <a:cubicBezTo>
                  <a:pt x="43200" y="31354"/>
                  <a:pt x="43200" y="34838"/>
                  <a:pt x="43200" y="39716"/>
                </a:cubicBezTo>
                <a:lnTo>
                  <a:pt x="35999" y="43200"/>
                </a:ln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7030883" name=""/>
          <p:cNvSpPr/>
          <p:nvPr/>
        </p:nvSpPr>
        <p:spPr bwMode="auto">
          <a:xfrm>
            <a:off x="1363900" y="4729655"/>
            <a:ext cx="197068" cy="566573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9000" y="0"/>
                  <a:pt x="17999" y="626"/>
                  <a:pt x="26999" y="626"/>
                </a:cubicBezTo>
                <a:cubicBezTo>
                  <a:pt x="36000" y="626"/>
                  <a:pt x="43200" y="2504"/>
                  <a:pt x="43200" y="5634"/>
                </a:cubicBezTo>
                <a:cubicBezTo>
                  <a:pt x="43200" y="10643"/>
                  <a:pt x="43200" y="16904"/>
                  <a:pt x="43200" y="20660"/>
                </a:cubicBezTo>
                <a:cubicBezTo>
                  <a:pt x="41399" y="25043"/>
                  <a:pt x="41399" y="28800"/>
                  <a:pt x="41399" y="34434"/>
                </a:cubicBezTo>
                <a:cubicBezTo>
                  <a:pt x="41399" y="38191"/>
                  <a:pt x="43200" y="41321"/>
                  <a:pt x="36000" y="43200"/>
                </a:cubicBezTo>
                <a:lnTo>
                  <a:pt x="26999" y="41947"/>
                </a:ln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0213448" name=""/>
          <p:cNvSpPr/>
          <p:nvPr/>
        </p:nvSpPr>
        <p:spPr bwMode="auto">
          <a:xfrm>
            <a:off x="1560969" y="4737866"/>
            <a:ext cx="591206" cy="16422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2999" y="21600"/>
                  <a:pt x="7199" y="21600"/>
                  <a:pt x="12599" y="43200"/>
                </a:cubicBezTo>
                <a:cubicBezTo>
                  <a:pt x="15599" y="43200"/>
                  <a:pt x="19199" y="43200"/>
                  <a:pt x="22199" y="43200"/>
                </a:cubicBezTo>
                <a:cubicBezTo>
                  <a:pt x="26399" y="43200"/>
                  <a:pt x="31800" y="21600"/>
                  <a:pt x="35999" y="21600"/>
                </a:cubicBezTo>
                <a:quadBezTo>
                  <a:pt x="40199" y="21600"/>
                  <a:pt x="43200" y="43200"/>
                </a:quadBez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06171690" name=""/>
          <p:cNvSpPr/>
          <p:nvPr/>
        </p:nvSpPr>
        <p:spPr bwMode="auto">
          <a:xfrm>
            <a:off x="1528124" y="4737866"/>
            <a:ext cx="706163" cy="5501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43200"/>
                </a:moveTo>
                <a:cubicBezTo>
                  <a:pt x="4018" y="43200"/>
                  <a:pt x="8037" y="43200"/>
                  <a:pt x="14065" y="43200"/>
                </a:cubicBezTo>
                <a:cubicBezTo>
                  <a:pt x="18586" y="42555"/>
                  <a:pt x="22604" y="41910"/>
                  <a:pt x="25116" y="41910"/>
                </a:cubicBezTo>
                <a:cubicBezTo>
                  <a:pt x="28130" y="41265"/>
                  <a:pt x="30641" y="41265"/>
                  <a:pt x="34158" y="41265"/>
                </a:cubicBezTo>
                <a:cubicBezTo>
                  <a:pt x="37674" y="41265"/>
                  <a:pt x="40186" y="41265"/>
                  <a:pt x="42697" y="41265"/>
                </a:cubicBezTo>
                <a:cubicBezTo>
                  <a:pt x="43200" y="36107"/>
                  <a:pt x="43200" y="30949"/>
                  <a:pt x="42697" y="25791"/>
                </a:cubicBezTo>
                <a:cubicBezTo>
                  <a:pt x="42697" y="20632"/>
                  <a:pt x="42195" y="15474"/>
                  <a:pt x="42195" y="10961"/>
                </a:cubicBezTo>
                <a:cubicBezTo>
                  <a:pt x="42195" y="7737"/>
                  <a:pt x="41693" y="3868"/>
                  <a:pt x="40688" y="1289"/>
                </a:cubicBezTo>
                <a:lnTo>
                  <a:pt x="38679" y="0"/>
                </a:ln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9702819" name=""/>
          <p:cNvSpPr/>
          <p:nvPr/>
        </p:nvSpPr>
        <p:spPr bwMode="auto">
          <a:xfrm>
            <a:off x="2234288" y="4951357"/>
            <a:ext cx="180646" cy="16422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11781" y="21600"/>
                  <a:pt x="23563" y="43200"/>
                  <a:pt x="33381" y="43200"/>
                </a:cubicBezTo>
                <a:lnTo>
                  <a:pt x="43200" y="43200"/>
                </a:ln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7299201" name=""/>
          <p:cNvSpPr/>
          <p:nvPr/>
        </p:nvSpPr>
        <p:spPr bwMode="auto">
          <a:xfrm>
            <a:off x="2234288" y="4967780"/>
            <a:ext cx="188857" cy="57478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43200"/>
                </a:moveTo>
                <a:cubicBezTo>
                  <a:pt x="15026" y="43200"/>
                  <a:pt x="30052" y="43200"/>
                  <a:pt x="41321" y="37028"/>
                </a:cubicBezTo>
                <a:lnTo>
                  <a:pt x="43200" y="0"/>
                </a:ln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32805688" name=""/>
          <p:cNvSpPr/>
          <p:nvPr/>
        </p:nvSpPr>
        <p:spPr bwMode="auto">
          <a:xfrm>
            <a:off x="1404956" y="5246961"/>
            <a:ext cx="114956" cy="16422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12342" y="43200"/>
                  <a:pt x="27771" y="43200"/>
                  <a:pt x="43200" y="43200"/>
                </a:cubicBez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2165030" name=""/>
          <p:cNvSpPr/>
          <p:nvPr/>
        </p:nvSpPr>
        <p:spPr bwMode="auto">
          <a:xfrm>
            <a:off x="2439568" y="4705021"/>
            <a:ext cx="57478" cy="5501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cubicBezTo>
                  <a:pt x="30857" y="2579"/>
                  <a:pt x="30857" y="5802"/>
                  <a:pt x="18514" y="10316"/>
                </a:cubicBezTo>
                <a:cubicBezTo>
                  <a:pt x="12342" y="16119"/>
                  <a:pt x="12342" y="19343"/>
                  <a:pt x="6171" y="24501"/>
                </a:cubicBezTo>
                <a:cubicBezTo>
                  <a:pt x="0" y="27725"/>
                  <a:pt x="0" y="30949"/>
                  <a:pt x="0" y="36107"/>
                </a:cubicBezTo>
                <a:quadBezTo>
                  <a:pt x="0" y="39331"/>
                  <a:pt x="0" y="43200"/>
                </a:quadBez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5806144" name=""/>
          <p:cNvSpPr/>
          <p:nvPr/>
        </p:nvSpPr>
        <p:spPr bwMode="auto">
          <a:xfrm>
            <a:off x="2472413" y="4885668"/>
            <a:ext cx="936077" cy="16422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1894" y="21599"/>
                  <a:pt x="4168" y="43200"/>
                  <a:pt x="6442" y="21599"/>
                </a:cubicBezTo>
                <a:cubicBezTo>
                  <a:pt x="8336" y="21599"/>
                  <a:pt x="10231" y="21599"/>
                  <a:pt x="12884" y="21599"/>
                </a:cubicBezTo>
                <a:cubicBezTo>
                  <a:pt x="15536" y="0"/>
                  <a:pt x="17431" y="0"/>
                  <a:pt x="19326" y="0"/>
                </a:cubicBezTo>
                <a:cubicBezTo>
                  <a:pt x="21600" y="0"/>
                  <a:pt x="23494" y="21599"/>
                  <a:pt x="25768" y="21599"/>
                </a:cubicBezTo>
                <a:cubicBezTo>
                  <a:pt x="27663" y="21599"/>
                  <a:pt x="29557" y="43200"/>
                  <a:pt x="31831" y="43200"/>
                </a:cubicBezTo>
                <a:cubicBezTo>
                  <a:pt x="33726" y="43200"/>
                  <a:pt x="36378" y="43200"/>
                  <a:pt x="38652" y="43200"/>
                </a:cubicBezTo>
                <a:quadBezTo>
                  <a:pt x="40926" y="43200"/>
                  <a:pt x="43200" y="43200"/>
                </a:quadBez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8863046" name=""/>
          <p:cNvSpPr/>
          <p:nvPr/>
        </p:nvSpPr>
        <p:spPr bwMode="auto">
          <a:xfrm>
            <a:off x="2472413" y="5066314"/>
            <a:ext cx="886810" cy="3284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43200"/>
                </a:moveTo>
                <a:cubicBezTo>
                  <a:pt x="2399" y="43200"/>
                  <a:pt x="5200" y="32400"/>
                  <a:pt x="8400" y="32400"/>
                </a:cubicBezTo>
                <a:cubicBezTo>
                  <a:pt x="11600" y="32400"/>
                  <a:pt x="14399" y="32400"/>
                  <a:pt x="17200" y="43200"/>
                </a:cubicBezTo>
                <a:cubicBezTo>
                  <a:pt x="19599" y="32400"/>
                  <a:pt x="23199" y="21600"/>
                  <a:pt x="26000" y="21600"/>
                </a:cubicBezTo>
                <a:cubicBezTo>
                  <a:pt x="28799" y="10800"/>
                  <a:pt x="31600" y="10800"/>
                  <a:pt x="34000" y="10800"/>
                </a:cubicBezTo>
                <a:cubicBezTo>
                  <a:pt x="36400" y="10800"/>
                  <a:pt x="38800" y="0"/>
                  <a:pt x="40800" y="0"/>
                </a:cubicBezTo>
                <a:lnTo>
                  <a:pt x="43200" y="0"/>
                </a:ln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3079848" name=""/>
          <p:cNvSpPr/>
          <p:nvPr/>
        </p:nvSpPr>
        <p:spPr bwMode="auto">
          <a:xfrm>
            <a:off x="2948663" y="4680387"/>
            <a:ext cx="8210" cy="533728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0" y="4652"/>
                  <a:pt x="43200" y="10633"/>
                  <a:pt x="43200" y="15950"/>
                </a:cubicBezTo>
                <a:cubicBezTo>
                  <a:pt x="0" y="21267"/>
                  <a:pt x="0" y="25920"/>
                  <a:pt x="0" y="32566"/>
                </a:cubicBezTo>
                <a:cubicBezTo>
                  <a:pt x="0" y="36553"/>
                  <a:pt x="0" y="39876"/>
                  <a:pt x="0" y="43200"/>
                </a:cubicBez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08092650" name=""/>
          <p:cNvSpPr/>
          <p:nvPr/>
        </p:nvSpPr>
        <p:spPr bwMode="auto">
          <a:xfrm>
            <a:off x="3334590" y="5066314"/>
            <a:ext cx="82112" cy="0"/>
          </a:xfrm>
          <a:custGeom>
            <a:avLst/>
            <a:gdLst/>
            <a:ahLst/>
            <a:cxnLst/>
            <a:rect l="l" t="t" r="r" b="b"/>
            <a:pathLst>
              <a:path w="43200" h="0" fill="none" stroke="1" extrusionOk="0">
                <a:moveTo>
                  <a:pt x="0" y="0"/>
                </a:moveTo>
                <a:quadBezTo>
                  <a:pt x="21600" y="0"/>
                  <a:pt x="43200" y="0"/>
                </a:quadBez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6417865" name=""/>
          <p:cNvSpPr/>
          <p:nvPr/>
        </p:nvSpPr>
        <p:spPr bwMode="auto">
          <a:xfrm>
            <a:off x="2447780" y="5074525"/>
            <a:ext cx="41055" cy="821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lnTo>
                  <a:pt x="43200" y="43200"/>
                </a:ln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825412" name=""/>
          <p:cNvSpPr/>
          <p:nvPr/>
        </p:nvSpPr>
        <p:spPr bwMode="auto">
          <a:xfrm>
            <a:off x="2546314" y="4146659"/>
            <a:ext cx="90322" cy="1075667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9636" y="0"/>
                </a:moveTo>
                <a:cubicBezTo>
                  <a:pt x="19636" y="2308"/>
                  <a:pt x="15709" y="4287"/>
                  <a:pt x="15709" y="5935"/>
                </a:cubicBezTo>
                <a:cubicBezTo>
                  <a:pt x="15709" y="7914"/>
                  <a:pt x="15709" y="10222"/>
                  <a:pt x="15709" y="12531"/>
                </a:cubicBezTo>
                <a:cubicBezTo>
                  <a:pt x="15709" y="14180"/>
                  <a:pt x="15709" y="16818"/>
                  <a:pt x="15709" y="19126"/>
                </a:cubicBezTo>
                <a:cubicBezTo>
                  <a:pt x="15709" y="22094"/>
                  <a:pt x="15709" y="23743"/>
                  <a:pt x="15709" y="26051"/>
                </a:cubicBezTo>
                <a:cubicBezTo>
                  <a:pt x="15709" y="27700"/>
                  <a:pt x="15709" y="29679"/>
                  <a:pt x="11781" y="32317"/>
                </a:cubicBezTo>
                <a:cubicBezTo>
                  <a:pt x="7854" y="34296"/>
                  <a:pt x="0" y="35945"/>
                  <a:pt x="0" y="37923"/>
                </a:cubicBezTo>
                <a:cubicBezTo>
                  <a:pt x="7854" y="39242"/>
                  <a:pt x="11781" y="41221"/>
                  <a:pt x="15709" y="43200"/>
                </a:cubicBezTo>
                <a:cubicBezTo>
                  <a:pt x="31418" y="42540"/>
                  <a:pt x="35345" y="40891"/>
                  <a:pt x="43200" y="39572"/>
                </a:cubicBezTo>
              </a:path>
            </a:pathLst>
          </a:custGeom>
          <a:noFill/>
          <a:ln w="18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5545686" name=""/>
          <p:cNvSpPr/>
          <p:nvPr/>
        </p:nvSpPr>
        <p:spPr bwMode="auto">
          <a:xfrm>
            <a:off x="2612004" y="4803555"/>
            <a:ext cx="98534" cy="37771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35999" y="5634"/>
                </a:moveTo>
                <a:cubicBezTo>
                  <a:pt x="28799" y="0"/>
                  <a:pt x="10799" y="3756"/>
                  <a:pt x="0" y="9391"/>
                </a:cubicBezTo>
                <a:cubicBezTo>
                  <a:pt x="0" y="14086"/>
                  <a:pt x="0" y="18782"/>
                  <a:pt x="0" y="24417"/>
                </a:cubicBezTo>
                <a:cubicBezTo>
                  <a:pt x="0" y="29113"/>
                  <a:pt x="0" y="33808"/>
                  <a:pt x="3600" y="38504"/>
                </a:cubicBezTo>
                <a:cubicBezTo>
                  <a:pt x="10799" y="43199"/>
                  <a:pt x="28799" y="42260"/>
                  <a:pt x="35999" y="37565"/>
                </a:cubicBezTo>
                <a:lnTo>
                  <a:pt x="43200" y="33808"/>
                </a:lnTo>
              </a:path>
            </a:pathLst>
          </a:custGeom>
          <a:noFill/>
          <a:ln w="18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89489617" name=""/>
          <p:cNvSpPr/>
          <p:nvPr/>
        </p:nvSpPr>
        <p:spPr bwMode="auto">
          <a:xfrm>
            <a:off x="2710538" y="4803555"/>
            <a:ext cx="98534" cy="361292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9818"/>
                </a:moveTo>
                <a:cubicBezTo>
                  <a:pt x="43200" y="4909"/>
                  <a:pt x="35999" y="0"/>
                  <a:pt x="21600" y="2945"/>
                </a:cubicBezTo>
                <a:cubicBezTo>
                  <a:pt x="14399" y="7854"/>
                  <a:pt x="7199" y="11781"/>
                  <a:pt x="3599" y="16690"/>
                </a:cubicBezTo>
                <a:cubicBezTo>
                  <a:pt x="3599" y="22581"/>
                  <a:pt x="3599" y="28472"/>
                  <a:pt x="0" y="34363"/>
                </a:cubicBezTo>
                <a:cubicBezTo>
                  <a:pt x="3599" y="39272"/>
                  <a:pt x="10800" y="43200"/>
                  <a:pt x="28800" y="41236"/>
                </a:cubicBezTo>
                <a:lnTo>
                  <a:pt x="43200" y="37309"/>
                </a:lnTo>
              </a:path>
            </a:pathLst>
          </a:custGeom>
          <a:noFill/>
          <a:ln w="18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15310155" name=""/>
          <p:cNvSpPr/>
          <p:nvPr/>
        </p:nvSpPr>
        <p:spPr bwMode="auto">
          <a:xfrm>
            <a:off x="3055409" y="4105603"/>
            <a:ext cx="57478" cy="105924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37028" y="0"/>
                </a:moveTo>
                <a:cubicBezTo>
                  <a:pt x="37028" y="2679"/>
                  <a:pt x="30857" y="4353"/>
                  <a:pt x="24685" y="7032"/>
                </a:cubicBezTo>
                <a:cubicBezTo>
                  <a:pt x="18514" y="9711"/>
                  <a:pt x="12342" y="12725"/>
                  <a:pt x="6171" y="15739"/>
                </a:cubicBezTo>
                <a:cubicBezTo>
                  <a:pt x="0" y="17748"/>
                  <a:pt x="0" y="20427"/>
                  <a:pt x="6171" y="24446"/>
                </a:cubicBezTo>
                <a:cubicBezTo>
                  <a:pt x="6171" y="27460"/>
                  <a:pt x="6171" y="29469"/>
                  <a:pt x="12342" y="32483"/>
                </a:cubicBezTo>
                <a:cubicBezTo>
                  <a:pt x="12342" y="36167"/>
                  <a:pt x="18514" y="37841"/>
                  <a:pt x="18514" y="39516"/>
                </a:cubicBezTo>
                <a:cubicBezTo>
                  <a:pt x="18514" y="41525"/>
                  <a:pt x="18514" y="43200"/>
                  <a:pt x="37028" y="41860"/>
                </a:cubicBezTo>
                <a:lnTo>
                  <a:pt x="43200" y="40186"/>
                </a:lnTo>
              </a:path>
            </a:pathLst>
          </a:custGeom>
          <a:noFill/>
          <a:ln w="18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4545758" name=""/>
          <p:cNvSpPr/>
          <p:nvPr/>
        </p:nvSpPr>
        <p:spPr bwMode="auto">
          <a:xfrm>
            <a:off x="3112887" y="4778922"/>
            <a:ext cx="106745" cy="369504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10560"/>
                </a:moveTo>
                <a:cubicBezTo>
                  <a:pt x="36553" y="6720"/>
                  <a:pt x="29907" y="0"/>
                  <a:pt x="13292" y="1919"/>
                </a:cubicBezTo>
                <a:cubicBezTo>
                  <a:pt x="9969" y="6720"/>
                  <a:pt x="3323" y="13439"/>
                  <a:pt x="0" y="18240"/>
                </a:cubicBezTo>
                <a:cubicBezTo>
                  <a:pt x="0" y="23999"/>
                  <a:pt x="3323" y="28800"/>
                  <a:pt x="9969" y="34560"/>
                </a:cubicBezTo>
                <a:cubicBezTo>
                  <a:pt x="9969" y="39360"/>
                  <a:pt x="16615" y="43200"/>
                  <a:pt x="26584" y="39360"/>
                </a:cubicBezTo>
              </a:path>
            </a:pathLst>
          </a:custGeom>
          <a:noFill/>
          <a:ln w="18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90633058" name=""/>
          <p:cNvSpPr/>
          <p:nvPr/>
        </p:nvSpPr>
        <p:spPr bwMode="auto">
          <a:xfrm>
            <a:off x="3236055" y="4787133"/>
            <a:ext cx="65689" cy="353081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37799" y="17079"/>
                </a:moveTo>
                <a:cubicBezTo>
                  <a:pt x="43200" y="10046"/>
                  <a:pt x="43200" y="5023"/>
                  <a:pt x="43200" y="0"/>
                </a:cubicBezTo>
                <a:cubicBezTo>
                  <a:pt x="21600" y="6027"/>
                  <a:pt x="10799" y="11051"/>
                  <a:pt x="5399" y="19088"/>
                </a:cubicBezTo>
                <a:cubicBezTo>
                  <a:pt x="0" y="25116"/>
                  <a:pt x="0" y="31144"/>
                  <a:pt x="0" y="38176"/>
                </a:cubicBezTo>
                <a:cubicBezTo>
                  <a:pt x="0" y="43200"/>
                  <a:pt x="21600" y="41190"/>
                  <a:pt x="43200" y="37172"/>
                </a:cubicBezTo>
              </a:path>
            </a:pathLst>
          </a:custGeom>
          <a:noFill/>
          <a:ln w="18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04916628" name=""/>
          <p:cNvSpPr/>
          <p:nvPr/>
        </p:nvSpPr>
        <p:spPr bwMode="auto">
          <a:xfrm>
            <a:off x="3408491" y="4770711"/>
            <a:ext cx="41055" cy="459827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0"/>
                </a:moveTo>
                <a:cubicBezTo>
                  <a:pt x="43200" y="5400"/>
                  <a:pt x="25919" y="10799"/>
                  <a:pt x="17279" y="16971"/>
                </a:cubicBezTo>
                <a:cubicBezTo>
                  <a:pt x="17279" y="21600"/>
                  <a:pt x="8639" y="25457"/>
                  <a:pt x="0" y="30085"/>
                </a:cubicBezTo>
                <a:cubicBezTo>
                  <a:pt x="0" y="33942"/>
                  <a:pt x="0" y="39342"/>
                  <a:pt x="8639" y="43200"/>
                </a:cubicBez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1286781" name=""/>
          <p:cNvSpPr/>
          <p:nvPr/>
        </p:nvSpPr>
        <p:spPr bwMode="auto">
          <a:xfrm>
            <a:off x="1741616" y="4910301"/>
            <a:ext cx="205279" cy="188857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41321"/>
                </a:moveTo>
                <a:cubicBezTo>
                  <a:pt x="0" y="30052"/>
                  <a:pt x="1727" y="20660"/>
                  <a:pt x="3456" y="9391"/>
                </a:cubicBezTo>
                <a:cubicBezTo>
                  <a:pt x="3456" y="0"/>
                  <a:pt x="10367" y="5634"/>
                  <a:pt x="15551" y="13147"/>
                </a:cubicBezTo>
                <a:cubicBezTo>
                  <a:pt x="24191" y="13147"/>
                  <a:pt x="32832" y="7513"/>
                  <a:pt x="38016" y="0"/>
                </a:cubicBezTo>
                <a:cubicBezTo>
                  <a:pt x="43200" y="9391"/>
                  <a:pt x="43200" y="18782"/>
                  <a:pt x="43200" y="30052"/>
                </a:cubicBezTo>
                <a:lnTo>
                  <a:pt x="43200" y="43200"/>
                </a:lnTo>
              </a:path>
            </a:pathLst>
          </a:custGeom>
          <a:noFill/>
          <a:ln w="36000">
            <a:solidFill>
              <a:srgbClr val="00000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543241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36482" y="2653392"/>
            <a:ext cx="2835388" cy="2835388"/>
          </a:xfrm>
          <a:prstGeom prst="rect">
            <a:avLst/>
          </a:prstGeom>
        </p:spPr>
      </p:pic>
      <p:pic>
        <p:nvPicPr>
          <p:cNvPr id="31327741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751624" y="1648205"/>
            <a:ext cx="2567477" cy="2567477"/>
          </a:xfrm>
          <a:prstGeom prst="rect">
            <a:avLst/>
          </a:prstGeom>
        </p:spPr>
      </p:pic>
      <p:sp>
        <p:nvSpPr>
          <p:cNvPr id="12698103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Other components</a:t>
            </a:r>
            <a:endParaRPr/>
          </a:p>
        </p:txBody>
      </p:sp>
      <p:pic>
        <p:nvPicPr>
          <p:cNvPr id="1039733135" name=""/>
          <p:cNvPicPr>
            <a:picLocks noChangeAspect="1"/>
          </p:cNvPicPr>
          <p:nvPr/>
        </p:nvPicPr>
        <p:blipFill rotWithShape="1">
          <a:blip r:embed="rId5"/>
          <a:srcRect l="0" t="13694" r="0" b="0"/>
          <a:stretch/>
        </p:blipFill>
        <p:spPr bwMode="auto">
          <a:xfrm flipH="0" flipV="0">
            <a:off x="6194534" y="2900022"/>
            <a:ext cx="2999524" cy="2588758"/>
          </a:xfrm>
          <a:prstGeom prst="rect">
            <a:avLst/>
          </a:prstGeom>
        </p:spPr>
      </p:pic>
      <p:pic>
        <p:nvPicPr>
          <p:cNvPr id="1746085133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9368517" y="2857499"/>
            <a:ext cx="2631281" cy="2631281"/>
          </a:xfrm>
          <a:prstGeom prst="rect">
            <a:avLst/>
          </a:prstGeom>
        </p:spPr>
      </p:pic>
      <p:pic>
        <p:nvPicPr>
          <p:cNvPr id="1348579702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3853680" y="3609646"/>
            <a:ext cx="2080001" cy="2218667"/>
          </a:xfrm>
          <a:prstGeom prst="rect">
            <a:avLst/>
          </a:prstGeom>
        </p:spPr>
      </p:pic>
      <p:sp>
        <p:nvSpPr>
          <p:cNvPr id="1542020956" name=""/>
          <p:cNvSpPr txBox="1"/>
          <p:nvPr/>
        </p:nvSpPr>
        <p:spPr bwMode="auto">
          <a:xfrm rot="0" flipH="0" flipV="0">
            <a:off x="4098232" y="3609646"/>
            <a:ext cx="526498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OR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80593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Control</a:t>
            </a:r>
            <a:endParaRPr/>
          </a:p>
        </p:txBody>
      </p:sp>
      <p:sp>
        <p:nvSpPr>
          <p:cNvPr id="203332454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9" y="2660430"/>
            <a:ext cx="10972800" cy="346573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3200"/>
              <a:t>Manual trigger</a:t>
            </a:r>
            <a:endParaRPr sz="3200"/>
          </a:p>
          <a:p>
            <a:pPr>
              <a:defRPr/>
            </a:pPr>
            <a:endParaRPr sz="3200"/>
          </a:p>
          <a:p>
            <a:pPr>
              <a:defRPr/>
            </a:pPr>
            <a:r>
              <a:rPr sz="3200"/>
              <a:t>API</a:t>
            </a:r>
            <a:endParaRPr sz="3200"/>
          </a:p>
          <a:p>
            <a:pPr>
              <a:defRPr/>
            </a:pPr>
            <a:endParaRPr sz="3200"/>
          </a:p>
          <a:p>
            <a:pPr>
              <a:defRPr/>
            </a:pPr>
            <a:r>
              <a:rPr sz="3200"/>
              <a:t>Smart home integration</a:t>
            </a:r>
            <a:endParaRPr sz="3200"/>
          </a:p>
        </p:txBody>
      </p:sp>
      <p:pic>
        <p:nvPicPr>
          <p:cNvPr id="68804914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268694" y="2660430"/>
            <a:ext cx="5577685" cy="30793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639544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909939" y="3197828"/>
            <a:ext cx="4372119" cy="1143000"/>
          </a:xfrm>
        </p:spPr>
        <p:txBody>
          <a:bodyPr/>
          <a:lstStyle/>
          <a:p>
            <a:pPr>
              <a:defRPr/>
            </a:pPr>
            <a:r>
              <a:rPr sz="7000"/>
              <a:t>Thank you</a:t>
            </a:r>
            <a:endParaRPr sz="7000"/>
          </a:p>
        </p:txBody>
      </p:sp>
      <p:sp>
        <p:nvSpPr>
          <p:cNvPr id="8530422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2026-03-08T16:35:45Z</dcterms:modified>
</cp:coreProperties>
</file>